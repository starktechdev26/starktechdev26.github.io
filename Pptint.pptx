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85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9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79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439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05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32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25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68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2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3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672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36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C4BC2-0AE8-31BE-185A-960C223DD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F698D3-C912-6FF2-ADD6-CFB0E67DA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E865EDD-A7FA-1A2B-084E-FEEEC4457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238" y="0"/>
            <a:ext cx="12316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42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6B95-931A-AB52-957F-450041A8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68677F25-9C76-CBAA-DCCD-DF39D6B2C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52920" cy="6858000"/>
          </a:xfrm>
        </p:spPr>
      </p:pic>
    </p:spTree>
    <p:extLst>
      <p:ext uri="{BB962C8B-B14F-4D97-AF65-F5344CB8AC3E}">
        <p14:creationId xmlns:p14="http://schemas.microsoft.com/office/powerpoint/2010/main" val="235179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2FE89-11CE-2400-7546-4F65FD28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6452F1D-754E-1B5C-91C2-04D08C273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4133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B9FF-C8AF-458C-C315-8DD07113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27EC590-9308-74A8-006D-75B7165D73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85189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3E79-33AB-4750-4D7F-45268E60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5D1F2BD-78B9-A71A-F576-F9CDD9DBD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8033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EABFB-3D7C-ABDB-F81F-974B67CB0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8F67F1D-C73A-5ABA-96FC-BCFE390EE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480681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69C7-329A-70AB-AB74-15204FD3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D8F35EE-CC3E-D4C9-248E-0A9B708A4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423912" cy="7028385"/>
          </a:xfrm>
        </p:spPr>
      </p:pic>
    </p:spTree>
    <p:extLst>
      <p:ext uri="{BB962C8B-B14F-4D97-AF65-F5344CB8AC3E}">
        <p14:creationId xmlns:p14="http://schemas.microsoft.com/office/powerpoint/2010/main" val="129180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79D85-F1EF-F4D8-7A9D-2CD6482AB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C0FDAE2-3150-7979-FFA8-61576A25AA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23392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F14E0-46B0-61CA-EDD7-23B8CF54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F64AC64-3E66-F090-8D24-3EA1F72A24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84750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271B-1E0F-01A8-D3C8-241EEF0A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DBC4999-08E3-EFFC-C375-461EC761B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44270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FDC5-E460-5BBE-E7A5-27BF493D9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9B0E009-C7E4-48D4-0545-75912D470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76870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6A17-FD3E-70B5-2618-1E3C6E48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84C08A2-6BAD-B270-2AE9-2CBAFF258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2128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98927-15D6-3550-ADE7-24436003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35A31B7-6DE5-6B34-E9C9-F5E9CA042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35514902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kumarsjaya141@gmail.com</dc:creator>
  <cp:lastModifiedBy>kumarsjaya141@gmail.com</cp:lastModifiedBy>
  <cp:revision>1</cp:revision>
  <dcterms:created xsi:type="dcterms:W3CDTF">2026-05-25T04:18:49Z</dcterms:created>
  <dcterms:modified xsi:type="dcterms:W3CDTF">2026-05-25T04:30:32Z</dcterms:modified>
</cp:coreProperties>
</file>